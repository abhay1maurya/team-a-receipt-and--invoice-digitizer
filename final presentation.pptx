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Inter SemiBold" panose="020B0604020202020204" charset="0"/>
      <p:regular r:id="rId23"/>
      <p:bold r:id="rId24"/>
      <p:italic r:id="rId25"/>
      <p:bold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Poppins SemiBold" panose="000007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f07f457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f07f457d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f07f457d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f07f457d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f07f457d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f07f457d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jp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hyperlink" Target="https://github.com/abhay1maurya/Team-A-Receipt-and--Invoice-Digitiz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0637" y="1287809"/>
            <a:ext cx="19907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595437" y="2199850"/>
            <a:ext cx="9001125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Receipt and Invoice Digitizer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829967" y="3423195"/>
            <a:ext cx="44481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Extraction Analytics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333500" y="4407991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Abhay Maurya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3762375" y="4407991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Pattem Dharmika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191250" y="4407991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Harini Kaveti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620125" y="4407991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Vaibhavi Vernekar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D5D03-6B0D-EE9F-BA4F-936C830F6A38}"/>
              </a:ext>
            </a:extLst>
          </p:cNvPr>
          <p:cNvSpPr txBox="1"/>
          <p:nvPr/>
        </p:nvSpPr>
        <p:spPr>
          <a:xfrm>
            <a:off x="5102606" y="4950815"/>
            <a:ext cx="61617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64748B"/>
                </a:solidFill>
                <a:latin typeface="Inter"/>
                <a:ea typeface="Inter"/>
                <a:sym typeface="Inter"/>
              </a:rPr>
              <a:t>Internship 2025-26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57325"/>
            <a:ext cx="52387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Statement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57325"/>
            <a:ext cx="52387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143000" y="1966912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Inefficient Manual Management: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Sorting and typing data from physical receipts is time-consuming and error-prone.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43000" y="2995612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Unstructured Data: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Receipts come in various formats, making it difficult to extract structured data systematically.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43000" y="4024312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Lack of Insights: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Hard to analyze spending patterns or vendor distribution from piles of paper.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43000" y="4748212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Unreliable OCR: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Standard OCR systems often fail without context validation or vendor-specific templates.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19859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3014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40433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476726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9812"/>
            <a:ext cx="34924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09812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309812"/>
            <a:ext cx="349240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Objectives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05087"/>
            <a:ext cx="2901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66775" y="3138487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 &amp; Extract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6775" y="3776662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Fully automate receipt digitization using AI to extract structured financial data from images.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4925" y="2757487"/>
            <a:ext cx="290199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4644925" y="329088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Structure &amp; Store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644925" y="39290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Convert unstructured image data into a clean, queryable SQLite database format.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225" y="2757487"/>
            <a:ext cx="2901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8423225" y="3290887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Analyze &amp; Visualize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423225" y="3929062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 an interactive analytics dashboard for visual insights on spending and vendors.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94557"/>
            <a:ext cx="4953000" cy="13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22277"/>
            <a:ext cx="4953000" cy="13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49998"/>
            <a:ext cx="4953000" cy="13372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762000" y="808732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808732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723900" y="1917295"/>
            <a:ext cx="4880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48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Input &amp; Ingestion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23900" y="2666107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User uploads image -&gt; Preprocessing (OpenCV)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762000" y="3374677"/>
            <a:ext cx="484060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Core Processing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4193827"/>
            <a:ext cx="46101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OCR (Gemini) -&gt; Template Parser -&gt; Validation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23900" y="4902398"/>
            <a:ext cx="488061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48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Storage &amp; Output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23900" y="5721548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SQLite Database -&gt; Streamlit Dashboard -&gt; Insights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3900" y="1846957"/>
            <a:ext cx="46482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374677"/>
            <a:ext cx="46101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900" y="4902398"/>
            <a:ext cx="46482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Beautify this slide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0" y="32059"/>
            <a:ext cx="12192000" cy="6786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00212"/>
            <a:ext cx="538162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700212"/>
            <a:ext cx="538162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14787"/>
            <a:ext cx="538162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014787"/>
            <a:ext cx="5381625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Technology Stack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1995487"/>
            <a:ext cx="47910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866775" y="2528887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Frontend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4400" y="3024187"/>
            <a:ext cx="46958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34150" y="1995487"/>
            <a:ext cx="47910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6534150" y="2528887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Backend</a:t>
            </a:r>
            <a:endParaRPr/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81775" y="3024187"/>
            <a:ext cx="46958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6775" y="4310062"/>
            <a:ext cx="47910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866775" y="4843462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 &amp; Processing</a:t>
            </a:r>
            <a:endParaRPr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34150" y="4310062"/>
            <a:ext cx="47910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6534150" y="4843462"/>
            <a:ext cx="503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&amp; Vi</a:t>
            </a:r>
            <a:r>
              <a:rPr lang="en-US" sz="1800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</a:t>
            </a: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ualization</a:t>
            </a:r>
            <a:endParaRPr/>
          </a:p>
        </p:txBody>
      </p:sp>
      <p:pic>
        <p:nvPicPr>
          <p:cNvPr id="176" name="Google Shape;176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14400" y="5338762"/>
            <a:ext cx="13906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447925" y="5338762"/>
            <a:ext cx="7905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381375" y="5338762"/>
            <a:ext cx="9429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581775" y="5338762"/>
            <a:ext cx="8001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524750" y="5338762"/>
            <a:ext cx="7334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401050" y="5338762"/>
            <a:ext cx="866775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4666"/>
            <a:ext cx="5238750" cy="88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59497"/>
            <a:ext cx="5238750" cy="88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84327"/>
            <a:ext cx="5238750" cy="88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2334666"/>
            <a:ext cx="5238750" cy="88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3359497"/>
            <a:ext cx="5238750" cy="88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1750" y="4384327"/>
            <a:ext cx="5238750" cy="88195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Modules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771525" y="2534691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1. Ingestion Module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71525" y="2772816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Handles image uploads and basic preprocessing.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771525" y="3559522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2. OCR &amp; Template Module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771525" y="3797647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Extracts text using AI and maps to vendor templates.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771525" y="4584352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3. Database Module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71525" y="4822477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Manages schema and CRUD operations for receipts.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581775" y="2534691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4. Analytics Module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581775" y="2772816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Calculates KPIs, totals, and category breakdowns.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581775" y="3559522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5. Visualization Module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581775" y="3797647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Generates interactive charts using Plotly.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581775" y="4584352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6. Insights Module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581775" y="4822477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Derives actionable intelligence from the data.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/>
          <p:nvPr/>
        </p:nvSpPr>
        <p:spPr>
          <a:xfrm>
            <a:off x="571500" y="385762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34766"/>
            <a:ext cx="1714500" cy="147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2900" y="3134766"/>
            <a:ext cx="1714500" cy="147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94301" y="3134766"/>
            <a:ext cx="1714500" cy="147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05702" y="3134766"/>
            <a:ext cx="1714500" cy="147429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Milestone Progress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84437" y="37576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95838" y="37576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07239" y="37576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1050" y="3344316"/>
            <a:ext cx="1295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748665" y="3668166"/>
            <a:ext cx="13601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Milestone 1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781050" y="3972966"/>
            <a:ext cx="1295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OCR Extraction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Database Storage</a:t>
            </a:r>
            <a:endParaRPr/>
          </a:p>
        </p:txBody>
      </p:sp>
      <p:pic>
        <p:nvPicPr>
          <p:cNvPr id="225" name="Google Shape;225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92450" y="3344316"/>
            <a:ext cx="1295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3860065" y="3668166"/>
            <a:ext cx="13601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Milestone 2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3892450" y="3972966"/>
            <a:ext cx="1295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Validation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Duplicate Detection</a:t>
            </a:r>
            <a:endParaRPr/>
          </a:p>
        </p:txBody>
      </p:sp>
      <p:pic>
        <p:nvPicPr>
          <p:cNvPr id="228" name="Google Shape;228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003851" y="3344316"/>
            <a:ext cx="1295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6971466" y="3668166"/>
            <a:ext cx="13601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Milestone 3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7003851" y="3972966"/>
            <a:ext cx="1295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Dashboard UI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Charts &amp; Analytics</a:t>
            </a:r>
            <a:endParaRPr/>
          </a:p>
        </p:txBody>
      </p:sp>
      <p:pic>
        <p:nvPicPr>
          <p:cNvPr id="231" name="Google Shape;231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115252" y="3344316"/>
            <a:ext cx="1295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10082867" y="3668166"/>
            <a:ext cx="13601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Milestone 4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10115252" y="3972966"/>
            <a:ext cx="1295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Template Parsing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Accuracy Boost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762000" y="1257300"/>
            <a:ext cx="500062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 &amp; Analytics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572625" y="1257300"/>
            <a:ext cx="56100" cy="609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1143000" y="274320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KPI Metrics: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Total spending, average transaction value, total receipts processed.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1143000" y="346710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Monthly Trends: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Line charts showing spending behavior over time.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143000" y="419100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Vendor Analysis: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Bar charts identifying top vendors by spend.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1143000" y="491490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Category Distribution: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Doughnut charts for expense categories (Food, Travel, etc.).</a:t>
            </a:r>
            <a:endParaRPr/>
          </a:p>
        </p:txBody>
      </p:sp>
      <p:pic>
        <p:nvPicPr>
          <p:cNvPr id="245" name="Google Shape;24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27622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4861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4210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4933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title="Screenshot 2026-02-11 175407.png"/>
          <p:cNvPicPr preferRelativeResize="0"/>
          <p:nvPr/>
        </p:nvPicPr>
        <p:blipFill rotWithShape="1">
          <a:blip r:embed="rId5">
            <a:alphaModFix/>
          </a:blip>
          <a:srcRect r="41931"/>
          <a:stretch/>
        </p:blipFill>
        <p:spPr>
          <a:xfrm>
            <a:off x="5524500" y="843300"/>
            <a:ext cx="6453677" cy="54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57325"/>
            <a:ext cx="52387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52775"/>
            <a:ext cx="523875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Template-Based Parsing 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571500" y="1828800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Templates?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571500" y="23526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While AI is powerful, vendor-specific templates ensure 100% accuracy for recurring formats.</a:t>
            </a:r>
            <a:endParaRPr/>
          </a:p>
        </p:txBody>
      </p:sp>
      <p:pic>
        <p:nvPicPr>
          <p:cNvPr id="261" name="Google Shape;26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457325"/>
            <a:ext cx="52387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1438275" y="3448050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Pattern Recognition: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Identifies specific vendors (e.g., Walmart, Uber).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1438275" y="4171950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Structured Extraction: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Uses predefined regex coordinates for date, total, and tax.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1438275" y="4895850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Reliability: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Reduces dependency on AI interpretation for known formats.</a:t>
            </a:r>
            <a:endParaRPr/>
          </a:p>
        </p:txBody>
      </p:sp>
      <p:pic>
        <p:nvPicPr>
          <p:cNvPr id="265" name="Google Shape;26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900" y="3467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900" y="41910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900" y="49149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 descr="Template-Based Parsing &#10;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81750" y="1457325"/>
            <a:ext cx="5238749" cy="488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3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Team Roles &amp; Responsibilities</a:t>
            </a: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29289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4625" y="292893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4433738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4433738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4"/>
          <p:cNvSpPr txBox="1"/>
          <p:nvPr/>
        </p:nvSpPr>
        <p:spPr>
          <a:xfrm>
            <a:off x="1381125" y="2748111"/>
            <a:ext cx="207025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Abhay Maurya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1381125" y="3033861"/>
            <a:ext cx="19716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Visualization Module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1381125" y="3277641"/>
            <a:ext cx="19716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Charts &amp; Dashboard Integration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7000875" y="2748111"/>
            <a:ext cx="15801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Harini Kaveti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7000875" y="3033861"/>
            <a:ext cx="1504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Analytics Module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7000875" y="3277641"/>
            <a:ext cx="15049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KPI Calculations &amp; Logic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1428750" y="4252912"/>
            <a:ext cx="1600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Vaibhavi Vernekar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1428750" y="4538662"/>
            <a:ext cx="1524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Dashboard UI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1428750" y="4782442"/>
            <a:ext cx="1524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Streamlit Development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7143750" y="4252912"/>
            <a:ext cx="184023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Pattem Dharmika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7143750" y="4538662"/>
            <a:ext cx="1752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Reporting Module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7143750" y="4782442"/>
            <a:ext cx="17526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Export &amp; Reporting Features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"/>
          <p:cNvSpPr/>
          <p:nvPr/>
        </p:nvSpPr>
        <p:spPr>
          <a:xfrm>
            <a:off x="571500" y="3443287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5925" y="3167062"/>
            <a:ext cx="14287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33775" y="3167062"/>
            <a:ext cx="14287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81625" y="3167062"/>
            <a:ext cx="14287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29475" y="3167062"/>
            <a:ext cx="14287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77325" y="3086100"/>
            <a:ext cx="142875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Application Demo Flow</a:t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571500" y="45910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system ensures a seamless transition from raw image to actionable insight in seconds.</a:t>
            </a:r>
            <a:endParaRPr/>
          </a:p>
        </p:txBody>
      </p:sp>
      <p:pic>
        <p:nvPicPr>
          <p:cNvPr id="311" name="Google Shape;311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57550" y="33813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05400" y="33813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53250" y="33813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01100" y="3381375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09912" y="1912590"/>
            <a:ext cx="5972175" cy="1217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09912" y="3320355"/>
            <a:ext cx="5972175" cy="1217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09912" y="4728120"/>
            <a:ext cx="5972175" cy="121726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7"/>
          <p:cNvSpPr txBox="1"/>
          <p:nvPr/>
        </p:nvSpPr>
        <p:spPr>
          <a:xfrm>
            <a:off x="295275" y="721965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29" name="Google Shape;329;p27"/>
          <p:cNvSpPr txBox="1"/>
          <p:nvPr/>
        </p:nvSpPr>
        <p:spPr>
          <a:xfrm>
            <a:off x="3471862" y="2207865"/>
            <a:ext cx="5314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Fully Automated Digitization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3471862" y="2560290"/>
            <a:ext cx="5314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Eliminates manual entry with high-speed processing.</a:t>
            </a:r>
            <a:endParaRPr/>
          </a:p>
        </p:txBody>
      </p:sp>
      <p:sp>
        <p:nvSpPr>
          <p:cNvPr id="331" name="Google Shape;331;p27"/>
          <p:cNvSpPr txBox="1"/>
          <p:nvPr/>
        </p:nvSpPr>
        <p:spPr>
          <a:xfrm>
            <a:off x="3471862" y="3615630"/>
            <a:ext cx="5314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 Accuracy</a:t>
            </a:r>
            <a:endParaRPr/>
          </a:p>
        </p:txBody>
      </p:sp>
      <p:sp>
        <p:nvSpPr>
          <p:cNvPr id="332" name="Google Shape;332;p27"/>
          <p:cNvSpPr txBox="1"/>
          <p:nvPr/>
        </p:nvSpPr>
        <p:spPr>
          <a:xfrm>
            <a:off x="3471862" y="3968055"/>
            <a:ext cx="5314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Hybrid approach using Gemini AI and Template Parsing.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3471862" y="5023395"/>
            <a:ext cx="5314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Actionable Intelligence</a:t>
            </a:r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3471862" y="5375820"/>
            <a:ext cx="5314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Professional dashboard transforms raw data into business value.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8"/>
          <p:cNvSpPr txBox="1"/>
          <p:nvPr/>
        </p:nvSpPr>
        <p:spPr>
          <a:xfrm>
            <a:off x="295275" y="2750939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571500" y="400050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5134350" y="4700613"/>
            <a:ext cx="2965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3" name="Google Shape;343;p28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6600" y="4854100"/>
            <a:ext cx="401800" cy="4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494</Words>
  <Application>Microsoft Office PowerPoint</Application>
  <PresentationFormat>Widescreen</PresentationFormat>
  <Paragraphs>87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Inter</vt:lpstr>
      <vt:lpstr>Poppins SemiBold</vt:lpstr>
      <vt:lpstr>Arial</vt:lpstr>
      <vt:lpstr>Inter SemiBold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VAIBHAVI P VERNEKAR</dc:creator>
  <cp:lastModifiedBy>Vaibhavi Vernekar</cp:lastModifiedBy>
  <cp:revision>2</cp:revision>
  <dcterms:modified xsi:type="dcterms:W3CDTF">2026-02-19T09:07:31Z</dcterms:modified>
</cp:coreProperties>
</file>